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E4E9D-2898-4F5B-9EF9-23A60BD9CD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FAB8EB-9488-4A3C-9826-088D42BBF1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A33AC-4945-443C-B8F1-7BC3AB32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0DE04-729C-43D0-A072-AF12C440358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2CDE6-168E-4F2C-B4B5-80D41766D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60A0E-086F-4C21-92D2-86A50276C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0CB2-98A9-46BD-AE4C-CCDEF0C3C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93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FFB23-9C12-409A-81BE-5FF6A1014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26E37-FBC1-4921-A96B-239337F1D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00417-46F5-4C08-9CF9-D65B9FE7B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0DE04-729C-43D0-A072-AF12C440358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AAA24-D8DF-4A7B-B08E-426A49766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09F79-F33C-45AC-B02B-8B28C63C3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0CB2-98A9-46BD-AE4C-CCDEF0C3C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534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8DCF5-CAD6-41AF-A5A2-53E8BB6BF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9EBFDE-13F5-4492-8284-0602CE10B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10F8E5-012A-4C44-A6F3-9A9106794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0DE04-729C-43D0-A072-AF12C440358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A2C62-76A8-4386-BA08-191E79C0A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0EE8A-09AF-4042-8260-2E504AC93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0CB2-98A9-46BD-AE4C-CCDEF0C3C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308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6F2D2-F863-4A08-959A-D217CD23F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EC032-1F13-41C9-8275-01D5CFF8A7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CE5270-75E3-4A08-9B85-31C7011C70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B3C1AC-2682-4BFA-9352-F79483629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0DE04-729C-43D0-A072-AF12C440358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FA4CC-D0FB-4526-B865-98283C187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8BFA2-82F4-445E-A882-B48387F6C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0CB2-98A9-46BD-AE4C-CCDEF0C3C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502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4145F-5D68-485C-ADD9-11BDA723D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07C544-5019-4EA5-953A-1DDAE95D3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CA0ED6-A6EC-4217-B27C-FD7D3CADEF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B2E694-5F5D-4B45-9CB0-515EEFC050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02F828-C657-4713-BBBE-60CEC2FAF7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2831BA-351B-4DF8-BB26-71744967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0DE04-729C-43D0-A072-AF12C440358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4C9110-CBB3-40D2-BDA6-530F77307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A4455F-D6A6-475A-B54A-A9F952F5D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0CB2-98A9-46BD-AE4C-CCDEF0C3C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090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354AA-BE59-4DC2-9914-E9B441513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D533BE-DC90-4849-AB1B-A7CEDA23C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0DE04-729C-43D0-A072-AF12C440358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FF33C1-0555-4163-ADB7-ECEC5DB3D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4DAC79-C734-426E-A3B6-37B614CC9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0CB2-98A9-46BD-AE4C-CCDEF0C3C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426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5B533A-13FB-4AAC-9F37-91C4C8D1D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0DE04-729C-43D0-A072-AF12C440358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6484D4-19B4-4E06-867F-C65972FC7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3EE03A-597C-4B40-8EEE-AC0AE1E1E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0CB2-98A9-46BD-AE4C-CCDEF0C3C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437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79465-76F9-4972-8BFD-6B5C17090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4800B-2844-424F-8F5A-A2DCAD99D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C36A36-3B78-4BB7-8759-814FFA4014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1DAB1B-F6C9-4570-95DE-9F0639A22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0DE04-729C-43D0-A072-AF12C440358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BE97B6-95FB-4C03-9D87-E96B574F7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CAB88A-6E7A-45F7-998B-34DE416C8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0CB2-98A9-46BD-AE4C-CCDEF0C3C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118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2B76F-583A-4078-908F-458277041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7A8699-2BC8-4014-A8C6-867FB59AC1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43520B-A398-4E12-A648-4D648B80BF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17E5DE-2D88-428A-BF91-16AAEEA7B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0DE04-729C-43D0-A072-AF12C440358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E00A4B-762E-4CA2-8424-0E6043F1F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075EFE-49E8-4ED0-AF7D-28ECAF233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0CB2-98A9-46BD-AE4C-CCDEF0C3C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551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DE6A4-4D3D-4754-ABFF-287905B5D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BA1CF-6D76-47B3-90A1-B13850F5E8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8745F-6536-41E8-84F2-2DD3653A8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0DE04-729C-43D0-A072-AF12C440358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473C1-3EE8-49DC-BE0D-F643E21D2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923B00-AE9C-4267-907E-AD967DED3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0CB2-98A9-46BD-AE4C-CCDEF0C3C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254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08A119-2BAE-4971-A8C2-95487E51BC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85632E-B4E9-4562-8B5D-56D174F8DB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02462-2A5B-436B-88B9-020FF7E36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0DE04-729C-43D0-A072-AF12C440358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69B95-F5D9-4B0A-B041-BABA916A1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EB60D-1F3E-4104-93D0-869799BFE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E0CB2-98A9-46BD-AE4C-CCDEF0C3C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954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3240DB-E09B-4769-9100-705FBE9A9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E088BE-C6BE-404C-B7E7-AEE256E5AF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FFB81-30AF-49DB-BA6C-9186093148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10DE04-729C-43D0-A072-AF12C440358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FDD2A-7752-4B95-B640-8412D938E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80B56-85A5-40CB-A338-056B05D573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E0CB2-98A9-46BD-AE4C-CCDEF0C3C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691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B5295-D509-4A23-BDE4-166CEC4CB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2021" y="1114342"/>
            <a:ext cx="9144000" cy="2387600"/>
          </a:xfrm>
        </p:spPr>
        <p:txBody>
          <a:bodyPr/>
          <a:lstStyle/>
          <a:p>
            <a:r>
              <a:rPr lang="en-US" dirty="0"/>
              <a:t>Tree Cover Mapping in Alabama</a:t>
            </a:r>
          </a:p>
        </p:txBody>
      </p:sp>
    </p:spTree>
    <p:extLst>
      <p:ext uri="{BB962C8B-B14F-4D97-AF65-F5344CB8AC3E}">
        <p14:creationId xmlns:p14="http://schemas.microsoft.com/office/powerpoint/2010/main" val="512651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Tree Cover Mapping in Alabama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Tree Cover Mapping in Alabama</dc:title>
  <dc:creator>Aditya Eaturu</dc:creator>
  <cp:lastModifiedBy>Aditya Eaturu</cp:lastModifiedBy>
  <cp:revision>1</cp:revision>
  <dcterms:created xsi:type="dcterms:W3CDTF">2026-03-02T18:01:30Z</dcterms:created>
  <dcterms:modified xsi:type="dcterms:W3CDTF">2026-03-02T18:01:41Z</dcterms:modified>
</cp:coreProperties>
</file>